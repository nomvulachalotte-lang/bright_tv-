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2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2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5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3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1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4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4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5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0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C3E11-3B0B-4C94-805B-58391E7EE79B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1625E-3AFB-4E9C-BDEE-4CA44F76B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1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USER\Downloads\slide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97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USER\Downloads\slide-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21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USER\Downloads\slide-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0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USER\Downloads\slide-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46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27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USER\Downloads\slide-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35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Users\USER\Downloads\slide-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37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:\Users\USER\Downloads\slide-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03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C:\Users\USER\Downloads\slide-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76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C:\Users\USER\Downloads\slide-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453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C:\Users\USER\Downloads\slide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0"/>
            <a:ext cx="104394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469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2026-07-30T13:47:30Z</dcterms:created>
  <dcterms:modified xsi:type="dcterms:W3CDTF">2026-07-30T13:58:30Z</dcterms:modified>
</cp:coreProperties>
</file>